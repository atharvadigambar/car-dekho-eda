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A3CB1-A85A-042F-703C-C3894B4AE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747B2-4DBC-3643-1834-E1604E85C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9EF8-69FF-C5A2-058C-9905713F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77694-EE84-9438-4186-26352E58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294C8-1EE8-EBD4-6F9E-D71FB804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09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4569-3A05-25C3-2393-D848A579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EAD11-7781-6CE6-09B5-DD5E1E594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54FBA-AC42-6155-3A65-B7E48B7F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975AE-089F-0B3E-D082-49117DF2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A76F5-F25D-637C-EAB7-94AC374F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56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FBC0-623B-5651-F173-9E3A0F04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69D9A-910A-AE25-4E9B-C271AC465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FDC33-F3D0-8FD5-222A-43FC5E0D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F12BB-CE74-66FF-2D0C-3AF7A3D0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7B3BE-E274-EF08-CD9B-2CC73941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09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5851-BB0D-2DCC-3A55-DE0E2D5D0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88C0-E6A7-FE8F-C5EA-A59086C85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208B4-2C9F-EED5-7809-63F9DFD00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1D9C1-900F-917E-999E-734922C1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73600-3ADF-9966-B0AF-2D8672E3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B67BB-9047-2623-BE07-A1E64B04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4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F296-1D61-B7F8-9525-F5EB9C3C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40EA6-3BE9-C4BE-8DC3-602D9460A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8993D-AA0E-056B-C735-2DCF0767A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3DB02-ED37-3F22-9BFC-C71C30D71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7BFDB-EA34-8413-25B0-B199F4FA6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C588A-7767-1FC3-CBA2-FB051D8B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1C404-CCCA-92AC-C39E-2B013DA2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76028-4277-8E19-2641-301913C8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9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323B6-C420-AE1B-1C83-5236E0E0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61BE9-D73B-79C7-53C6-08441FC9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DD735-8762-ABB8-19B8-2E647F34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D8925-8929-D027-48DD-23E9B316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83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84775-6544-BDD5-1DCF-14783341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42765-72A9-6899-3115-208244FB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8A279-7F99-2F39-7B44-C97CD9D3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27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A5AF-D516-8015-D136-47980431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16F2-D8ED-0B1D-6BED-3F5588B65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89D82-75A4-5CBC-7314-87B201821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5D7FB-F2BD-4A62-411D-5F8D739A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C27D9-3268-A1C6-2329-164B53C7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2FACA-7B31-9A06-49A1-2C3FCE18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04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E07B-74B9-244D-7E64-EF3958F5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2E425-78E0-0F45-C7C6-EDD7A19C0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AA18A-B0AB-59F0-0455-4F6C6782A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0E646-4BDE-B901-8F85-FB771172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ADE2A-13C0-91FE-8A42-DE123F12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ACEDC-A9DD-B12D-A9D6-EB584F2F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95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1496-6E02-291B-2933-1A3D3203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4D5B5-80FD-6DF3-0271-6E437C901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AC3C-1B15-6341-1EFE-1D246D05B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CB635-81ED-85D8-A862-3970A80C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3D4B4-3821-6535-A946-621B0E4D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7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958E5-6DD5-885E-74F2-8E64D2FC3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352A4-BC79-5AC9-07BC-EA16D6169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9AA06-1F51-CF98-F8F7-748091B3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EBACD-BE72-88D5-E4C9-C166D000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4A0FF-1213-7834-5CF0-CED432AF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87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D833A-CF45-A521-AAF0-DE375D20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73D38-0FF3-5713-B732-FFAEC3F31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E3382-7F1C-B689-F543-5803619D3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71645-34D7-4FDE-B638-E7E3F449547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22FC6-BBAB-AD51-99B3-AB79B3404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4E7C-BC5A-4D1A-5F6E-4BC348DBD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9F5A0-0C1E-4409-B024-6AC0C674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60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588E-3027-71DD-230E-9FCF28BF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(“Write Once, Use Anywhere”)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B1AC-AD35-10FE-4177-33A3D9C79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6" y="1534886"/>
            <a:ext cx="11647713" cy="511628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500" dirty="0"/>
              <a:t>What are functions?</a:t>
            </a:r>
          </a:p>
          <a:p>
            <a:pPr marL="0" indent="0">
              <a:buNone/>
            </a:pPr>
            <a:r>
              <a:rPr lang="en-IN" sz="3500" dirty="0"/>
              <a:t>A Function is a block of reusable code that performs a specific task.</a:t>
            </a:r>
          </a:p>
          <a:p>
            <a:pPr marL="0" indent="0">
              <a:buNone/>
            </a:pPr>
            <a:r>
              <a:rPr lang="en-IN" sz="3500" dirty="0"/>
              <a:t>Instead of writing the same code again and again, we write it once inside a function and call it whenever needed. </a:t>
            </a:r>
          </a:p>
          <a:p>
            <a:pPr marL="0" indent="0">
              <a:buNone/>
            </a:pPr>
            <a:endParaRPr lang="en-IN" sz="3500" dirty="0"/>
          </a:p>
          <a:p>
            <a:pPr marL="0" indent="0">
              <a:buNone/>
            </a:pPr>
            <a:r>
              <a:rPr lang="en-IN" sz="3500" dirty="0"/>
              <a:t>Basic syntax : </a:t>
            </a:r>
          </a:p>
          <a:p>
            <a:pPr marL="0" indent="0">
              <a:buNone/>
            </a:pPr>
            <a:r>
              <a:rPr lang="en-IN" sz="3500" dirty="0"/>
              <a:t>Def </a:t>
            </a:r>
            <a:r>
              <a:rPr lang="en-IN" sz="3500" dirty="0" err="1"/>
              <a:t>function_name</a:t>
            </a:r>
            <a:r>
              <a:rPr lang="en-IN" sz="3500" dirty="0"/>
              <a:t>():</a:t>
            </a:r>
          </a:p>
          <a:p>
            <a:pPr marL="0" indent="0">
              <a:buNone/>
            </a:pPr>
            <a:r>
              <a:rPr lang="en-IN" sz="3500" dirty="0"/>
              <a:t>	#code</a:t>
            </a:r>
          </a:p>
          <a:p>
            <a:pPr marL="0" indent="0">
              <a:buNone/>
            </a:pPr>
            <a:endParaRPr lang="en-IN" sz="3500" dirty="0"/>
          </a:p>
          <a:p>
            <a:pPr marL="0" indent="0">
              <a:buNone/>
            </a:pPr>
            <a:r>
              <a:rPr lang="en-IN" sz="3500" dirty="0"/>
              <a:t>Example : </a:t>
            </a:r>
          </a:p>
          <a:p>
            <a:pPr marL="0" indent="0">
              <a:buNone/>
            </a:pPr>
            <a:r>
              <a:rPr lang="en-IN" sz="3500" dirty="0"/>
              <a:t>def greet():</a:t>
            </a:r>
          </a:p>
          <a:p>
            <a:pPr marL="0" indent="0">
              <a:buNone/>
            </a:pPr>
            <a:r>
              <a:rPr lang="en-IN" sz="3500" dirty="0"/>
              <a:t>	print("Hello Everyone")</a:t>
            </a:r>
          </a:p>
          <a:p>
            <a:pPr fontAlgn="t">
              <a:buNone/>
            </a:pPr>
            <a:r>
              <a:rPr lang="en-IN" sz="3500" b="1" dirty="0"/>
              <a:t>Function Call</a:t>
            </a:r>
            <a:endParaRPr lang="en-IN" sz="3500" dirty="0"/>
          </a:p>
          <a:p>
            <a:pPr fontAlgn="t">
              <a:buNone/>
            </a:pPr>
            <a:r>
              <a:rPr lang="en-IN" sz="3500" dirty="0"/>
              <a:t>	greet()</a:t>
            </a:r>
          </a:p>
          <a:p>
            <a:pPr fontAlgn="t">
              <a:buNone/>
            </a:pPr>
            <a:r>
              <a:rPr lang="en-IN" sz="3500" b="1" dirty="0"/>
              <a:t>Output</a:t>
            </a:r>
          </a:p>
          <a:p>
            <a:pPr fontAlgn="t">
              <a:buNone/>
            </a:pPr>
            <a:r>
              <a:rPr lang="en-IN" sz="3500" dirty="0"/>
              <a:t>Hello Everyone</a:t>
            </a:r>
          </a:p>
        </p:txBody>
      </p:sp>
    </p:spTree>
    <p:extLst>
      <p:ext uri="{BB962C8B-B14F-4D97-AF65-F5344CB8AC3E}">
        <p14:creationId xmlns:p14="http://schemas.microsoft.com/office/powerpoint/2010/main" val="95678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4D0A-CDDB-DF56-BFD0-7D8C849DE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use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E5EF1-0D74-5039-F0C5-213A241BF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Functions make programs:</a:t>
            </a:r>
          </a:p>
          <a:p>
            <a:r>
              <a:rPr lang="en-IN" dirty="0"/>
              <a:t>♻️ Reusable — Write code once and reuse it </a:t>
            </a:r>
          </a:p>
          <a:p>
            <a:r>
              <a:rPr lang="en-IN" dirty="0"/>
              <a:t>🧹 Cleaner — Avoid repetitive code </a:t>
            </a:r>
          </a:p>
          <a:p>
            <a:r>
              <a:rPr lang="en-IN" dirty="0"/>
              <a:t>🛠️ Easier to maintain </a:t>
            </a:r>
          </a:p>
          <a:p>
            <a:r>
              <a:rPr lang="en-IN" dirty="0"/>
              <a:t>🐞 Easier to debug </a:t>
            </a:r>
          </a:p>
          <a:p>
            <a:r>
              <a:rPr lang="en-IN" dirty="0"/>
              <a:t>📦 Organized — Divide a large program into smaller parts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790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A5D87-CD02-C444-B125-A6A86F82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Components of a Function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F410-3556-C58D-EF7A-073154597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lvl="0" indent="-342900" fontAlgn="t">
              <a:buFont typeface="+mj-lt"/>
              <a:buAutoNum type="arabicPeriod"/>
            </a:pPr>
            <a:r>
              <a:rPr lang="en-IN" sz="2000" dirty="0"/>
              <a:t>Function Definition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sz="2000" dirty="0"/>
              <a:t>Function Name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sz="2000" dirty="0"/>
              <a:t>Parameters (Optional)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sz="2000" dirty="0"/>
              <a:t>Function Body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sz="2000" dirty="0"/>
              <a:t>Return Statement (Optional)</a:t>
            </a:r>
          </a:p>
          <a:p>
            <a:pPr fontAlgn="t">
              <a:buNone/>
            </a:pPr>
            <a:r>
              <a:rPr lang="en-IN" dirty="0"/>
              <a:t># Function Definition</a:t>
            </a:r>
          </a:p>
          <a:p>
            <a:pPr fontAlgn="t">
              <a:buNone/>
            </a:pPr>
            <a:r>
              <a:rPr lang="en-IN" dirty="0"/>
              <a:t>def </a:t>
            </a:r>
            <a:r>
              <a:rPr lang="en-IN" dirty="0" err="1"/>
              <a:t>add_numbers</a:t>
            </a:r>
            <a:r>
              <a:rPr lang="en-IN" dirty="0"/>
              <a:t>(a, b):</a:t>
            </a:r>
          </a:p>
          <a:p>
            <a:pPr fontAlgn="t">
              <a:buNone/>
            </a:pPr>
            <a:r>
              <a:rPr lang="en-IN" dirty="0"/>
              <a:t># Function Body</a:t>
            </a:r>
          </a:p>
          <a:p>
            <a:pPr fontAlgn="t">
              <a:buNone/>
            </a:pPr>
            <a:r>
              <a:rPr lang="en-IN" dirty="0"/>
              <a:t>result = a + b</a:t>
            </a:r>
          </a:p>
          <a:p>
            <a:pPr fontAlgn="t">
              <a:buNone/>
            </a:pPr>
            <a:r>
              <a:rPr lang="en-IN" dirty="0"/>
              <a:t># Return Statement</a:t>
            </a:r>
          </a:p>
          <a:p>
            <a:pPr fontAlgn="t">
              <a:buNone/>
            </a:pPr>
            <a:r>
              <a:rPr lang="en-IN" dirty="0"/>
              <a:t>return result</a:t>
            </a:r>
          </a:p>
          <a:p>
            <a:pPr fontAlgn="t">
              <a:buNone/>
            </a:pPr>
            <a:r>
              <a:rPr lang="en-IN" dirty="0"/>
              <a:t># Function Call</a:t>
            </a:r>
          </a:p>
          <a:p>
            <a:pPr fontAlgn="t">
              <a:buNone/>
            </a:pPr>
            <a:r>
              <a:rPr lang="en-IN" dirty="0"/>
              <a:t>answer = </a:t>
            </a:r>
            <a:r>
              <a:rPr lang="en-IN" dirty="0" err="1"/>
              <a:t>add_numbers</a:t>
            </a:r>
            <a:r>
              <a:rPr lang="en-IN" dirty="0"/>
              <a:t>(10, 20)</a:t>
            </a:r>
          </a:p>
          <a:p>
            <a:pPr fontAlgn="t">
              <a:buNone/>
            </a:pPr>
            <a:r>
              <a:rPr lang="en-IN" dirty="0"/>
              <a:t>print(answer)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0608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1551-5EEF-06B1-91FD-F7A053CC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Functions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7D14D-4F94-2011-86ED-BB637FC4E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783"/>
            <a:ext cx="10515600" cy="4964180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IN" sz="2000" b="1" dirty="0"/>
              <a:t>1. Built-in Functions</a:t>
            </a:r>
          </a:p>
          <a:p>
            <a:pPr fontAlgn="t">
              <a:buNone/>
            </a:pPr>
            <a:r>
              <a:rPr lang="en-IN" sz="2000" dirty="0"/>
              <a:t>Provided by Python.</a:t>
            </a:r>
          </a:p>
          <a:p>
            <a:pPr fontAlgn="t">
              <a:buNone/>
            </a:pPr>
            <a:r>
              <a:rPr lang="en-IN" sz="2000" dirty="0"/>
              <a:t>Examples:</a:t>
            </a:r>
          </a:p>
          <a:p>
            <a:pPr fontAlgn="t">
              <a:buNone/>
            </a:pPr>
            <a:r>
              <a:rPr lang="en-IN" sz="2000" dirty="0"/>
              <a:t>print()</a:t>
            </a:r>
          </a:p>
          <a:p>
            <a:pPr fontAlgn="t">
              <a:buNone/>
            </a:pPr>
            <a:r>
              <a:rPr lang="en-IN" sz="2000" dirty="0" err="1"/>
              <a:t>len</a:t>
            </a:r>
            <a:r>
              <a:rPr lang="en-IN" sz="2000" dirty="0"/>
              <a:t>()</a:t>
            </a:r>
          </a:p>
          <a:p>
            <a:pPr fontAlgn="t">
              <a:buNone/>
            </a:pPr>
            <a:r>
              <a:rPr lang="en-IN" sz="2000" dirty="0"/>
              <a:t>sum()</a:t>
            </a:r>
          </a:p>
          <a:p>
            <a:pPr fontAlgn="t">
              <a:buNone/>
            </a:pPr>
            <a:r>
              <a:rPr lang="en-IN" sz="2000" dirty="0"/>
              <a:t>max()</a:t>
            </a:r>
          </a:p>
          <a:p>
            <a:pPr fontAlgn="t">
              <a:buNone/>
            </a:pPr>
            <a:r>
              <a:rPr lang="en-IN" sz="2000" b="1" dirty="0"/>
              <a:t>2. User-Defined Functions</a:t>
            </a:r>
          </a:p>
          <a:p>
            <a:pPr fontAlgn="t">
              <a:buNone/>
            </a:pPr>
            <a:r>
              <a:rPr lang="en-IN" sz="2000" dirty="0"/>
              <a:t>Created by programmers.</a:t>
            </a:r>
          </a:p>
          <a:p>
            <a:pPr fontAlgn="t">
              <a:buNone/>
            </a:pPr>
            <a:r>
              <a:rPr lang="en-IN" sz="2000" dirty="0"/>
              <a:t>Example:</a:t>
            </a:r>
          </a:p>
          <a:p>
            <a:pPr fontAlgn="t">
              <a:buNone/>
            </a:pPr>
            <a:r>
              <a:rPr lang="en-IN" sz="2000" dirty="0"/>
              <a:t>def </a:t>
            </a:r>
            <a:r>
              <a:rPr lang="en-IN" sz="2000" dirty="0" err="1"/>
              <a:t>calculate_area</a:t>
            </a:r>
            <a:r>
              <a:rPr lang="en-IN" sz="2000" dirty="0"/>
              <a:t>():</a:t>
            </a:r>
          </a:p>
          <a:p>
            <a:pPr fontAlgn="t">
              <a:buNone/>
            </a:pPr>
            <a:r>
              <a:rPr lang="en-IN" sz="2000" dirty="0"/>
              <a:t>pass</a:t>
            </a:r>
          </a:p>
          <a:p>
            <a:pPr fontAlgn="t">
              <a:buNone/>
            </a:pPr>
            <a:endParaRPr lang="en-IN" sz="2000" dirty="0"/>
          </a:p>
          <a:p>
            <a:pPr fontAlgn="t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06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222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Functions (“Write Once, Use Anywhere”)</vt:lpstr>
      <vt:lpstr>Why Do we use Functions?</vt:lpstr>
      <vt:lpstr>Components of a Function </vt:lpstr>
      <vt:lpstr>Types of Functions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Amit Digambar</dc:creator>
  <cp:lastModifiedBy>Atharva Amit Digambar</cp:lastModifiedBy>
  <cp:revision>1</cp:revision>
  <dcterms:created xsi:type="dcterms:W3CDTF">2026-09-01T19:03:17Z</dcterms:created>
  <dcterms:modified xsi:type="dcterms:W3CDTF">2026-09-01T19:35:49Z</dcterms:modified>
</cp:coreProperties>
</file>